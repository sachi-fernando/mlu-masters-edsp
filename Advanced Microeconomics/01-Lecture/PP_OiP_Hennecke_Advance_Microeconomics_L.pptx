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3"/>
  </p:notesMasterIdLst>
  <p:handoutMasterIdLst>
    <p:handoutMasterId r:id="rId4"/>
  </p:handoutMasterIdLst>
  <p:sldIdLst>
    <p:sldId id="265" r:id="rId2"/>
  </p:sldIdLst>
  <p:sldSz cx="9144000" cy="6858000" type="screen4x3"/>
  <p:notesSz cx="6797675" cy="9928225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C14F"/>
    <a:srgbClr val="407F29"/>
    <a:srgbClr val="FF9F9F"/>
    <a:srgbClr val="C5E6FF"/>
    <a:srgbClr val="25A2FF"/>
    <a:srgbClr val="C9F1FF"/>
    <a:srgbClr val="FFC5C5"/>
    <a:srgbClr val="FBDE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unkle Formatvorlage 1 - Akz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A107856-5554-42FB-B03E-39F5DBC370BA}" styleName="Mittlere Formatvorlage 4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 autoAdjust="0"/>
    <p:restoredTop sz="93888" autoAdjust="0"/>
  </p:normalViewPr>
  <p:slideViewPr>
    <p:cSldViewPr>
      <p:cViewPr varScale="1">
        <p:scale>
          <a:sx n="59" d="100"/>
          <a:sy n="59" d="100"/>
        </p:scale>
        <p:origin x="37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6795732-7BDB-4E12-9BB0-90B992F920B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3781E10-3586-4A8B-AA6E-6FA41F05821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1AAA8568-61DA-46CA-8A4E-7BE5D970D28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F92CEE6D-2BD0-4D7C-82FB-8F9396B7C6D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421FAFF-2F2D-4839-8B99-0925A83E212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696606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E2B79F0-8370-4169-9133-04DB9A8A7B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89F70B6-B660-4C4D-AFC2-052302A2C63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FDD29FD3-F1C5-4A2E-96FD-6121ADB038C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4449616F-BC30-45F6-8918-51B46041FF9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22CC4342-695B-4EC9-A19C-36EC4FAE7F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4DD6F99-65BF-4099-B6F8-60A162C2B788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121067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BAE1C40C-2804-4E99-B471-0A97E1675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kumimoji="1" lang="de-DE" altLang="de-DE" sz="2400">
                <a:latin typeface="Times New Roman" pitchFamily="18" charset="0"/>
              </a:endParaRPr>
            </a:p>
          </p:txBody>
        </p:sp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37C7DC90-AA4F-46A2-93A9-FC41D90D170F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kumimoji="1" lang="de-DE" altLang="de-DE" sz="2400">
                <a:latin typeface="Times New Roman" pitchFamily="18" charset="0"/>
              </a:endParaRPr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E6CD1219-1741-4237-8EBE-F43D37D5501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/>
            </a:p>
          </p:txBody>
        </p:sp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991938AC-A4BB-4299-9706-79A0AEEAA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de-DE" altLang="de-DE"/>
            </a:p>
          </p:txBody>
        </p:sp>
      </p:grpSp>
      <p:sp>
        <p:nvSpPr>
          <p:cNvPr id="3380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33804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0A1FAC-44A1-410E-BFA3-D300041291A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E35456-DB1C-440A-86EE-706F8A89DB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/>
              <a:t>Absolventenstudie der MLU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509EA6-FC94-4A30-9D64-85166357E9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pPr>
              <a:defRPr/>
            </a:pPr>
            <a:fld id="{B22C3825-FDA4-4D39-A6DB-64C6B9C82AAC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380785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3FF1866-468A-430B-83F1-FDA6731500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6E24726-4611-4030-BD58-7ECB939A36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Absolventenstudie der MLU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7E2CD0E-2677-4E96-AA17-02DC455ECE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F0A0BE-E4AF-4AA0-8CA3-82C27531543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11068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3FF1866-468A-430B-83F1-FDA6731500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6E24726-4611-4030-BD58-7ECB939A36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Absolventenstudie der MLU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7E2CD0E-2677-4E96-AA17-02DC455ECE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10C1E5-56F0-4755-92A8-043A44D7D83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6547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3FF1866-468A-430B-83F1-FDA6731500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6E24726-4611-4030-BD58-7ECB939A36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Absolventenstudie der MLU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7E2CD0E-2677-4E96-AA17-02DC455ECE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3F387-749E-4F02-996A-10EF1A5E644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48891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B3FF1866-468A-430B-83F1-FDA6731500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6E24726-4611-4030-BD58-7ECB939A36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Absolventenstudie der MLU</a:t>
            </a: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7E2CD0E-2677-4E96-AA17-02DC455ECE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8B3193-4BE6-4538-92E9-963DA4E2CDAF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947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B3FF1866-468A-430B-83F1-FDA6731500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6E24726-4611-4030-BD58-7ECB939A36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Absolventenstudie der MLU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7E2CD0E-2677-4E96-AA17-02DC455ECE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8F466C-EE87-49AD-BAE7-C00B07CD450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67465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3FF1866-468A-430B-83F1-FDA6731500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06E24726-4611-4030-BD58-7ECB939A36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Absolventenstudie der MLU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A7E2CD0E-2677-4E96-AA17-02DC455ECE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A5DE97-73CA-45B6-B753-CC7843CF0A6E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4062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3FF1866-468A-430B-83F1-FDA6731500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6E24726-4611-4030-BD58-7ECB939A36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Absolventenstudie der MLU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7E2CD0E-2677-4E96-AA17-02DC455ECE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17701D-CBD1-4D4D-9C7E-5EB3F2BA77D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1634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3FF1866-468A-430B-83F1-FDA6731500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6E24726-4611-4030-BD58-7ECB939A36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Absolventenstudie der MLU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7E2CD0E-2677-4E96-AA17-02DC455ECE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C3343A-5FEC-4283-B79A-CA747C3FDCB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445963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3FF1866-468A-430B-83F1-FDA6731500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6E24726-4611-4030-BD58-7ECB939A36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Absolventenstudie der MLU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7E2CD0E-2677-4E96-AA17-02DC455ECE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90CFEC-4ED5-4F2A-A55C-A82549B9DC1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36103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705600" y="762000"/>
            <a:ext cx="1981200" cy="532447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762000" y="762000"/>
            <a:ext cx="5791200" cy="532447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3FF1866-468A-430B-83F1-FDA6731500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6E24726-4611-4030-BD58-7ECB939A36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Absolventenstudie der MLU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7E2CD0E-2677-4E96-AA17-02DC455ECE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6CAE10-989B-4A5D-9684-3F67A384C37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83457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838200" y="2362200"/>
            <a:ext cx="7693025" cy="3724275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3FF1866-468A-430B-83F1-FDA6731500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6E24726-4611-4030-BD58-7ECB939A36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Absolventenstudie der MLU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7E2CD0E-2677-4E96-AA17-02DC455ECE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530C34-FAB6-4719-8C84-711F1CDAED59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247167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el, Text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iagrammplatzhalter 3"/>
          <p:cNvSpPr>
            <a:spLocks noGrp="1"/>
          </p:cNvSpPr>
          <p:nvPr>
            <p:ph type="chart"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3FF1866-468A-430B-83F1-FDA6731500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6E24726-4611-4030-BD58-7ECB939A36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Absolventenstudie der MLU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7E2CD0E-2677-4E96-AA17-02DC455ECE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F7D0A2-2226-40F8-AB4B-526F06F96D2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59102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3FF1866-468A-430B-83F1-FDA6731500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6E24726-4611-4030-BD58-7ECB939A36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Absolventenstudie der MLU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7E2CD0E-2677-4E96-AA17-02DC455ECE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C6419D-12C8-4AA7-B8E3-523BD0EB26A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5463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1032" name="Group 3"/>
            <p:cNvGrpSpPr>
              <a:grpSpLocks/>
            </p:cNvGrpSpPr>
            <p:nvPr userDrawn="1"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1036" name="Rectangle 4">
                <a:extLst>
                  <a:ext uri="{FF2B5EF4-FFF2-40B4-BE49-F238E27FC236}">
                    <a16:creationId xmlns:a16="http://schemas.microsoft.com/office/drawing/2014/main" id="{0A6B03AD-35E8-4733-9482-11B02B2CC87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de-DE" altLang="de-DE"/>
              </a:p>
            </p:txBody>
          </p:sp>
          <p:sp>
            <p:nvSpPr>
              <p:cNvPr id="1037" name="Freeform 5"/>
              <p:cNvSpPr>
                <a:spLocks/>
              </p:cNvSpPr>
              <p:nvPr userDrawn="1"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/>
              <a:lstStyle/>
              <a:p>
                <a:endParaRPr lang="de-DE"/>
              </a:p>
            </p:txBody>
          </p:sp>
        </p:grpSp>
        <p:grpSp>
          <p:nvGrpSpPr>
            <p:cNvPr id="1033" name="Group 6"/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1034" name="AutoShape 7">
                <a:extLst>
                  <a:ext uri="{FF2B5EF4-FFF2-40B4-BE49-F238E27FC236}">
                    <a16:creationId xmlns:a16="http://schemas.microsoft.com/office/drawing/2014/main" id="{AE9A5CB4-F2B9-483E-BD7B-24A0818837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de-DE" altLang="de-DE"/>
              </a:p>
            </p:txBody>
          </p:sp>
          <p:sp>
            <p:nvSpPr>
              <p:cNvPr id="1035" name="AutoShape 8">
                <a:extLst>
                  <a:ext uri="{FF2B5EF4-FFF2-40B4-BE49-F238E27FC236}">
                    <a16:creationId xmlns:a16="http://schemas.microsoft.com/office/drawing/2014/main" id="{0C57C1A2-6B81-4D99-A568-24F3EFAB8E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de-DE" altLang="de-DE"/>
              </a:p>
            </p:txBody>
          </p:sp>
        </p:grpSp>
      </p:grpSp>
      <p:sp>
        <p:nvSpPr>
          <p:cNvPr id="1027" name="AutoShape 9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32779" name="Rectangle 11">
            <a:extLst>
              <a:ext uri="{FF2B5EF4-FFF2-40B4-BE49-F238E27FC236}">
                <a16:creationId xmlns:a16="http://schemas.microsoft.com/office/drawing/2014/main" id="{B3FF1866-468A-430B-83F1-FDA67315002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0" y="6248400"/>
            <a:ext cx="2130425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80" name="Rectangle 12">
            <a:extLst>
              <a:ext uri="{FF2B5EF4-FFF2-40B4-BE49-F238E27FC236}">
                <a16:creationId xmlns:a16="http://schemas.microsoft.com/office/drawing/2014/main" id="{06E24726-4611-4030-BD58-7ECB939A367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0"/>
            <a:ext cx="28971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r>
              <a:rPr lang="de-DE"/>
              <a:t>Absolventenstudie der MLU</a:t>
            </a:r>
          </a:p>
        </p:txBody>
      </p:sp>
      <p:sp>
        <p:nvSpPr>
          <p:cNvPr id="32781" name="Rectangle 13">
            <a:extLst>
              <a:ext uri="{FF2B5EF4-FFF2-40B4-BE49-F238E27FC236}">
                <a16:creationId xmlns:a16="http://schemas.microsoft.com/office/drawing/2014/main" id="{A7E2CD0E-2677-4E96-AA17-02DC455ECE6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F3FFD9F0-383E-40C8-A9A9-B14C73C15AF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12" r:id="rId2"/>
    <p:sldLayoutId id="2147484213" r:id="rId3"/>
    <p:sldLayoutId id="2147484214" r:id="rId4"/>
    <p:sldLayoutId id="2147484215" r:id="rId5"/>
    <p:sldLayoutId id="2147484216" r:id="rId6"/>
    <p:sldLayoutId id="2147484217" r:id="rId7"/>
    <p:sldLayoutId id="2147484218" r:id="rId8"/>
    <p:sldLayoutId id="2147484219" r:id="rId9"/>
    <p:sldLayoutId id="2147484220" r:id="rId10"/>
    <p:sldLayoutId id="2147484221" r:id="rId11"/>
    <p:sldLayoutId id="2147484222" r:id="rId12"/>
    <p:sldLayoutId id="2147484223" r:id="rId13"/>
    <p:sldLayoutId id="2147484224" r:id="rId14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sz="3200"/>
              <a:t>Die losungsbasierte Online Evaluation</a:t>
            </a:r>
          </a:p>
        </p:txBody>
      </p:sp>
      <p:sp>
        <p:nvSpPr>
          <p:cNvPr id="2" name="Rechteck 4"/>
          <p:cNvSpPr>
            <a:spLocks noChangeArrowheads="1"/>
          </p:cNvSpPr>
          <p:nvPr/>
        </p:nvSpPr>
        <p:spPr bwMode="auto">
          <a:xfrm>
            <a:off x="1041400" y="2420888"/>
            <a:ext cx="7645400" cy="3608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de-DE" sz="2000" dirty="0" err="1"/>
              <a:t>Advanced</a:t>
            </a:r>
            <a:r>
              <a:rPr lang="de-DE" sz="2000" dirty="0"/>
              <a:t> </a:t>
            </a:r>
            <a:r>
              <a:rPr lang="de-DE" sz="2000" dirty="0" err="1"/>
              <a:t>Microeconomics</a:t>
            </a:r>
            <a:r>
              <a:rPr lang="de-DE" sz="2000" dirty="0"/>
              <a:t> (L)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de-DE" sz="2000" dirty="0"/>
              <a:t>Dr. Juliane Hennecke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de-DE" sz="20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de-DE" altLang="de-DE" sz="4400" dirty="0"/>
              <a:t>evaluation.uni-halle.de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de-DE" altLang="de-DE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de-DE" sz="105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de-DE" altLang="de-DE" sz="4000" dirty="0"/>
              <a:t>Losung: </a:t>
            </a:r>
            <a:r>
              <a:rPr lang="de-DE" sz="4000" dirty="0"/>
              <a:t>GFV3Q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de-DE" altLang="de-DE" dirty="0"/>
              <a:t>oder QR-Code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de-DE" altLang="de-DE" dirty="0"/>
              <a:t>scannen</a:t>
            </a:r>
          </a:p>
        </p:txBody>
      </p:sp>
      <p:pic>
        <p:nvPicPr>
          <p:cNvPr id="4" name="Grafik 3" descr="Ein Bild, das Muster, Quadrat, Symmetrie, Pixel enthält.&#10;&#10;KI-generierte Inhalte können fehlerhaft sein.">
            <a:extLst>
              <a:ext uri="{FF2B5EF4-FFF2-40B4-BE49-F238E27FC236}">
                <a16:creationId xmlns:a16="http://schemas.microsoft.com/office/drawing/2014/main" id="{AD64FB12-827D-CE12-6194-F395F55B0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3" y="3937112"/>
            <a:ext cx="2920887" cy="29208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pseln">
  <a:themeElements>
    <a:clrScheme name="Kapseln 2">
      <a:dk1>
        <a:srgbClr val="000000"/>
      </a:dk1>
      <a:lt1>
        <a:srgbClr val="FFFFFF"/>
      </a:lt1>
      <a:dk2>
        <a:srgbClr val="000000"/>
      </a:dk2>
      <a:lt2>
        <a:srgbClr val="808000"/>
      </a:lt2>
      <a:accent1>
        <a:srgbClr val="FFCC99"/>
      </a:accent1>
      <a:accent2>
        <a:srgbClr val="99CC00"/>
      </a:accent2>
      <a:accent3>
        <a:srgbClr val="FFFFFF"/>
      </a:accent3>
      <a:accent4>
        <a:srgbClr val="000000"/>
      </a:accent4>
      <a:accent5>
        <a:srgbClr val="FFE2CA"/>
      </a:accent5>
      <a:accent6>
        <a:srgbClr val="8AB900"/>
      </a:accent6>
      <a:hlink>
        <a:srgbClr val="336600"/>
      </a:hlink>
      <a:folHlink>
        <a:srgbClr val="FFCC00"/>
      </a:folHlink>
    </a:clrScheme>
    <a:fontScheme name="Kapsel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Kapseln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pseln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pseln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apseln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pseln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apseln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apseln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apseln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0</TotalTime>
  <Words>24</Words>
  <Application>Microsoft Office PowerPoint</Application>
  <PresentationFormat>Bildschirmpräsentation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Times New Roman</vt:lpstr>
      <vt:lpstr>Wingdings</vt:lpstr>
      <vt:lpstr>Kapseln</vt:lpstr>
      <vt:lpstr>Die losungsbasierte Online Evaluation</vt:lpstr>
    </vt:vector>
  </TitlesOfParts>
  <Company>MLU Halle - Wittenberg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Ergebnispräsentation  Absolventenbefragung  der Martin-Luther-Universität  Halle-Wittenberg</dc:title>
  <dc:creator>nrf</dc:creator>
  <cp:lastModifiedBy>Mirjam Anina Elisabeth von Schmettau</cp:lastModifiedBy>
  <cp:revision>398</cp:revision>
  <dcterms:created xsi:type="dcterms:W3CDTF">2009-09-07T12:32:11Z</dcterms:created>
  <dcterms:modified xsi:type="dcterms:W3CDTF">2025-12-09T13:24:27Z</dcterms:modified>
</cp:coreProperties>
</file>